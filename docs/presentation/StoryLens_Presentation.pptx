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YOLOv8</c:v>
                </c:pt>
              </c:strCache>
            </c:strRef>
          </c:tx>
          <c:spPr>
            <a:solidFill>
              <a:srgbClr val="D0311E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915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mAP@.5</c:v>
                  </c:pt>
                  <c:pt idx="1">
                    <c:v>mAP@.5:.95</c:v>
                  </c:pt>
                  <c:pt idx="2">
                    <c:v>Precision</c:v>
                  </c:pt>
                  <c:pt idx="3">
                    <c:v>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95.3</c:v>
                </c:pt>
                <c:pt idx="1">
                  <c:v>84.4</c:v>
                </c:pt>
                <c:pt idx="2">
                  <c:v>97.3</c:v>
                </c:pt>
                <c:pt idx="3">
                  <c:v>93.8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915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915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mở đầu. Giới thiệu tên sản phẩm StoryLens, một câu định vị, môn học/GVHD/nhóm. Nhớ điền tên thành viên nhóm.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Trình bày 5 phần lớn. Phần III và IV là trọng tâm kỹ thuật; phần demo nằm trong 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điểm đau chính: fan-sub chậm, dịch mất ngữ cảnh, không hỏi được nội dung. Dẫn sang giải pháp.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Tuyên ngôn định vị theo mẫu Vision. Bốn trụ giá trị: dịch ngữ cảnh, đọc overlay, RAG Q&amp;A, cộng đồng.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so sánh nhanh. Hàng StoryLens tô đỏ để nổi bật. Nhấn: chỉ StoryLens có cả overlay lẫn RAG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persona từ tài liệu Vision. Nhấn mạnh nhu cầu chung: dịch chính xác + hỏi được nội 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sẽ tập trung UC01+UC02 (luồng A) và UC03 (luồng B) — đủ yêu cầu ≥2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nhóm yêu cầu chức năng theo SRS. F03 (pipeline AI) và F05 (RAG) là lõi AI của hệ thống.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NFR chia 2 nhóm: bảo mật và vận hành/toàn vẹn. Bốn con số hiệu năng ở trên là mục tiêu đã đặt trong SRS.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Kiến trúc microservice + phân tầng. Backend nhẹ (Render free) tách khỏi AI Module nặng (HF Spaces). Supabase là state dùng chung.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6 bước chạy trong luồng nền có semaphore. Có fallback M2M100/NLLB nếu Gemini lỗi. Render dùng binary-search cỡ chữ để vừa bbox.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RAG: embedding → tìm pgvector → Gemini sinh câu trả lời kèm nguồn. Mỗi câu trả lời thành công trừ 1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quả ML thật đưa vào SAD mục 7.5. YOLOv8 mAP@0.5 95.3% và OCR CER 6.1% đều vượt ngưỡng. Gemini đánh giá bằng human-in-the-loop.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đầy đủ 3 dịch vụ + dữ liệu. Nhấn: mọi thứ chạy trên tier miễn phí/rẻ nhưng vẫn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Hệ sinh thái quanh lõi dịch: reader, QC, thư viện, cộng đồng, gamification, thanh toán. Cho thấy quy mô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trang chủ và trang upload. Khi demo: đăng nhập tài khoản demo, kéo-thả 1 trang, chờ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Reader có overlay dịch và màn Studio QC. Cần AI Module sống để có bản dịch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batch upload + tiến trình, Q&amp;A, thư viện công khai và admin. Đây là luồng B (UC03) + RAG (UC04).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Quy trình theo RUP rút gọn + Scrum (LN03b). Năm vai trò, mỗi vai trò có backup; Implementer cần 3 người.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Kiểm thử đa tầng + CI 5 job song song. Định nghĩa 'done' gồm review, test pass, deploy &amp; verify trên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mật nhiều lớp: xác thực cookie, RBAC+RLS, rate-limit+captcha, CSP, kiểm tra upload, chống SSRF.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nền tảng độc lập, auto-deploy từ main. Có keep-alive, health check, giám sát và backup PITR.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Trung thực về hạn chế: cold start, quota, OCR SFX, bố cục chữ dài — và các lỗi đang xử lý. Cho thấy sự chín chắn kỹ thuật.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OCR/dịch tốt hơn, RTL, giảm cold start, cá nhân hoá, bản quyền,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Chốt lại: sản phẩm AI hoàn chỉnh chạy thật, kỹ thuật production, áp dụng đúng quy trình CNPM. Nhấn 4 con số.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cảm ơn + Q&amp;A. Sẵn sàng demo trực tiếp nếu Thầy yêu cầu. Nhớ đánh thức AI Module trước khi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2926080" cy="292608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" name="Shape 2"/>
          <p:cNvSpPr/>
          <p:nvPr/>
        </p:nvSpPr>
        <p:spPr>
          <a:xfrm>
            <a:off x="10744200" y="502920"/>
            <a:ext cx="822960" cy="8229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10424160" y="822960"/>
            <a:ext cx="822960" cy="8229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960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ĐỒ ÁN CUỐI KỲ · PA3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13258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8200" dirty="0"/>
          </a:p>
        </p:txBody>
      </p:sp>
      <p:sp>
        <p:nvSpPr>
          <p:cNvPr id="8" name="Shape 6"/>
          <p:cNvSpPr/>
          <p:nvPr/>
        </p:nvSpPr>
        <p:spPr>
          <a:xfrm>
            <a:off x="1024128" y="2798064"/>
            <a:ext cx="768096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9260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AI dịch &amp; hỏi–đáp Manga theo ngữ cảnh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05840" y="34564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phát hiện · đọc · xoá nền · dịch bong bóng thoại (Nhật/Trung → Việt) → đọc overlay + RAG Q&amp;A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058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 HỌC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CSC10011 — CNPM cho hệ thống AI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204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204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GS.TS Nguyễn Văn Vũ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350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StoryLens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496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KỲ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5496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Xuân 2026 · HCMUS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05840" y="580644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viên nhóm: ‹điền MSSV – Họ tên các thành viên›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6144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  ·  Next.js 16 · FastAPI · HuggingFace Spaces · Supabase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920240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81328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Vấn đề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53328" y="1901952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Nhu cầu đọc manga · điểm đau người dùng · định vị sản phẩm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" y="2798064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2734056"/>
            <a:ext cx="11027664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87121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Yêu cầu &amp; Người dùng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053328" y="2852928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· use case · yêu cầu chức năng và phi chức năng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" y="3749040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85032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3822192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822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81328" y="38039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AI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053328" y="3803904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dịch vụ · pipeline dịch · RAG Q&amp;A · mô hình ML &amp; kết quả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" y="4700016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4636008"/>
            <a:ext cx="11027664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4773168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481328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thực &amp; Chất lượng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053328" y="4754880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năng · demo · kiểm thử/CI · bảo mật · triển khai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" y="5650992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5586984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3232" y="5724144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724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481328" y="57058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&amp; Hướng phát triển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053328" y="5705856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· lỗi đã biết · roadmap · kết luận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BỐI CẢNH &amp;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đề: đọc manga gốc vẫn còn nhiều rào cản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12344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11027664" cy="123444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783080"/>
            <a:ext cx="10387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“Thiếu một nền tảng dịch manga tự động có AI hiểu ngữ cảnh và hỏi–đáp thông minh.”</a:t>
            </a:r>
            <a:endParaRPr lang="en-US" sz="2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hưởng tới cộng đồng đọc manga Việt Nam (15–28 tuổi) muốn tiếp cận truyện chất lượng cao chưa có bản dịch.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Fan-sub chậm &amp; không đều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cộng đồng ra chậm, chất lượng phụ thuộc nhóm dịch, dễ bỏ dở giữa chừng.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98264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Shape 12"/>
          <p:cNvSpPr/>
          <p:nvPr/>
        </p:nvSpPr>
        <p:spPr>
          <a:xfrm>
            <a:off x="4334256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6" name="Text 14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dịch mất ngữ cảnh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90288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Lens / dịch từng câu không giữ được xưng hô, mạch truyện, sắc thái nhân vật.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65592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01584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2" name="Text 20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57616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thể hỏi về nội dung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357616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 muốn hỏi “nhân vật này là ai?” nhưng không có kênh tra cứu tức thời.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GIẢI PHÁP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— dịch có ngữ cảnh + hỏi–đáp RAG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6126480" cy="429768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6126480" cy="429768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TUYÊN NGÔN ĐỊNH VỊ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3317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 manga Việt (15–28 tuổi)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muốn đọc truyện Nhật chưa có bản dịch chính thức,
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phép tải trang truyện lên,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dịch sang tiếng Việt có ngữ cảnh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AI bất kỳ điều gì về nội dung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2976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duy nhất kết hợp dịch theo ngữ cảnh + RAG Q&amp;A cho manga tiếng Việt — hiểu toàn bộ câu chuyện, không chỉ từng câu rời rạc.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04888" y="1847088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7040880" y="1783080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2" name="Text 10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909560" y="191109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giữ ngữ cảnh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09560" y="22402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Xưng hô, mạch truyện &amp; sắc thái được Gemini xử lý theo cả trang.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04888" y="2971800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0880" y="2907792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8" name="Text 16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09560" y="3035808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 liền mạch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09560" y="336499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đúng bong bóng; bật/tắt so sánh bản gốc.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04888" y="4096512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2" name="Shape 20"/>
          <p:cNvSpPr/>
          <p:nvPr/>
        </p:nvSpPr>
        <p:spPr>
          <a:xfrm>
            <a:off x="7040880" y="4032504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4" name="Text 22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909560" y="4160520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09560" y="4489704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dung, AI trả lời kèm nguồn trích.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04888" y="5221224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040880" y="5157216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Text 28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909560" y="5285232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 &amp; thư viện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909560" y="5614416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chương, chia sẻ link, diễn đàn, bình luận.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ĐỊNH VỊ CẠNH TRANH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các lựa chọn hiện có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27664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2148840"/>
                <a:gridCol w="2148840"/>
                <a:gridCol w="1700784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Giải pháp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Dịch 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Hiểu ngữ cảnh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Hỏi–đáp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Đọc overlay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Lens / OCR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DeepL · ChatGPT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Một phần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realtime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Fan-sub thủ công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Ảnh dịch sẵn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StoryLens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Tự động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(cả trang)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(RAG)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1792" y="5861304"/>
            <a:ext cx="11027664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5806440"/>
            <a:ext cx="11027664" cy="65836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6968" y="5806440"/>
            <a:ext cx="10387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học được →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hợp tốc độ tự động của máy + độ chính xác giữ ngữ cảnh của người, cộng thêm khả năng hỏi–đáp mà chưa đối thủ nào có.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NGƯỜI DÙNG MỤC TIÊU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nhóm người dùng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 đại học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Text 7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manga Nhật, kiểm tra bản dịch, tìm hiểu nội dung sâu.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chính xác; AI trả lời chi tiết về nhân vật &amp; cốt truyện.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4334256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4256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590288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sinh THPT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15–18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90288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90288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truyện mới, thảo luận với bạn bè, nắm nhanh nội dung.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4590288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90288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dễ dùng, dịch nhanh, hỏi được về cốt truyện.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8165592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01584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01584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8357616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creator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Text 27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57616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57616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video review manga, giải thích plot cho khán giả.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8357616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57616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chi tiết, batch cả chương, sẵn sàng trả phí premium.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LUỒNG NGHIỆP VỤ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use case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1170432" cy="12801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38528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&amp; Dịch trang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938528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 1 trang → pipeline AI phát hiện, đọc, xoá nền, dịch, render chữ Việt.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73368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810512"/>
            <a:ext cx="11704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80960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680960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bản dịch phủ bong bóng; bật/tắt, copy, từ điển bong bóng, nhiều chế độ đọc.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218688"/>
            <a:ext cx="1170432" cy="128016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6928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938528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938528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nhiều trang → xử lý tuần tự, tiến trình realtime qua WebSocket.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73368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3218688"/>
            <a:ext cx="1170432" cy="128016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309360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680960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dung; tìm ngữ nghĩa trong pgvector + Gemini trả lời.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4626864"/>
            <a:ext cx="1170432" cy="12801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66928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938528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Xuất bản &amp; chia sẻ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938528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chương lên thư viện công khai; chia sẻ link có hạn (TTL).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73368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6309360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09360" y="4626864"/>
            <a:ext cx="1170432" cy="128016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6309360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6309360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680960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(Admin)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7680960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kiểm duyệt, giám sát sức khoẻ, cấu hình nguồn AI Module.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YÊU CẦU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nhóm yêu cầu chức năng (F01–F09)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18488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 &amp; hồ sơ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ký/đăng nhập, cookie HttpOnly, avatar, đổi mật khẩu/email, GDPR.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2168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783080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9328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79720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ảnh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29328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ảnh hoặc batch; kiểm tra định dạng/kích thước; gắn series/chapter.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3400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0560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0952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AI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90560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OCR → inpaint → dịch → embedding; trạng thái &amp; % tiến trình.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18488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&amp; overlay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Xem/so sánh bản dịch, sửa bản dịch per-bubble, lịch sử hiệu đính.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92168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227832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9328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79720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9328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theo trang/series; tìm ngữ nghĩa; trả lời kèm nguồn trích.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53400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0560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0952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&amp; chapter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290560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series/chương, gán &amp; sắp thứ tự trang, ảnh bìa tự động.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0936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566928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18488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Lịch sử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68096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trang/series đã xử lý, lọc &amp; phân trang, tiếp tục đọc.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92168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4328160" y="4672584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9328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379720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gói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4529328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ledger giao dịch; Stripe.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153400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5" name="Shape 43"/>
          <p:cNvSpPr/>
          <p:nvPr/>
        </p:nvSpPr>
        <p:spPr>
          <a:xfrm>
            <a:off x="8089392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90560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0952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8290560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quản lý người dùng, kiểm duyệt, sức khoẻ, cấu hình, audit.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YÊU CẦU PHI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lượng: hiệu năng, bảo mật, sẵn sàng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giây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hồi UI tương tác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5304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giây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75304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AI mỗi trang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 giây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0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 Q&amp;A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07424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43416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26296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ảnh → 100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226296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theo gói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364992"/>
            <a:ext cx="5285232" cy="278892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639312"/>
            <a:ext cx="146304" cy="38404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1248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— không lộ token cho JS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+ RLS trên Supabase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Rate-limit, validate input, không hardcode secret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chặt, captcha Turnstile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6373368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364992"/>
            <a:ext cx="5285232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5392" y="3639312"/>
            <a:ext cx="146304" cy="38404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6821424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&amp; Toàn vẹn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583680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CDN Vercel; backend Docker co giãn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Semaphore giới hạn luồng AI, tránh OOM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credit chỉ ghi thêm (append-only)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đánh dấu 'failed' cho trang treo khi restart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KIẾN TRÚC HỆ THỐNG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dịch vụ triển khai độc lập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5120640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1206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783080"/>
            <a:ext cx="5120640" cy="47548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0136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Next.js 16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React 19 · 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Pages: Upload · Reader · Q&amp;A · Library · Admin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api.ts: fetch wrapper + retry cold-start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3493008"/>
            <a:ext cx="5120640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429000"/>
            <a:ext cx="51206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429000"/>
            <a:ext cx="5120640" cy="4754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447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 — FastAPI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95935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Docker · Singapore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upload · qa · series · admin…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ai_pipeline · rag · credit · captcha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847088"/>
            <a:ext cx="4690872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903720" y="1783080"/>
            <a:ext cx="4690872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1783080"/>
            <a:ext cx="4690872" cy="47548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7068312" y="180136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68312" y="231343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AWS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86600" y="260604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(RAG) + pg_trgm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Storage (originals/thumbnails)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67728" y="3493008"/>
            <a:ext cx="4690872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903720" y="3429000"/>
            <a:ext cx="4690872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3429000"/>
            <a:ext cx="4690872" cy="47548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7068312" y="344728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— FastAPI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68312" y="395935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· ~4GB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86600" y="4251960"/>
            <a:ext cx="4325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manga-ocr · LaMa · render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embedding câu (pgvector)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67728" y="5138928"/>
            <a:ext cx="4690872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903720" y="5074920"/>
            <a:ext cx="4690872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50749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  </a:t>
            </a:r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+ sinh câu trả lời RAG · xoay vòng nhiều API key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27248" y="3154680"/>
            <a:ext cx="0" cy="27432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264408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cookie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0" y="4114800"/>
            <a:ext cx="12344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806440" y="3822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235440" y="4846320"/>
            <a:ext cx="0" cy="22860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PIPELINE DỊCH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ảnh gốc đến bản dịch overlay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286000"/>
            <a:ext cx="1670304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bong bóng thoại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55520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02408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38400" y="2286000"/>
            <a:ext cx="1670304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2529840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95600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584704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chữ Nhật trong bbox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26992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73880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4309872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9872" y="2286000"/>
            <a:ext cx="1670304" cy="54864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4401312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7072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56176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Xoá chữ gốc (inpaint)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98464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45352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81344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2286000"/>
            <a:ext cx="1670304" cy="54864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272784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38544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327648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có ngữ cảnh → Việt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69936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16824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8052816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52816" y="2286000"/>
            <a:ext cx="1670304" cy="54864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8144256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10016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199120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chữ Việt vào bbox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741408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98829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992428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24288" y="2286000"/>
            <a:ext cx="1670304" cy="54864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1001572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38148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07059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hoá → pgvector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6" name="Shape 44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trang manga (JPG/PNG/WebP ≤ 10MB)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đã dịch (manga-thumbnails) + bubble_data + embeddings · tiến trình realtime qua WebSocket, huỷ hợp tác được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HỎI–ĐÁP THÔNG MINH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Q&amp;A trên nội dung truyện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6809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 hỏi về 1 trang / series bằng ngôn ngữ tự nhiên.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2724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6557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0156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0273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0273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embedding vector hoá câu hỏi.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6188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0021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620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3737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pgvector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3737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search top-k đoạn text bong bóng liên quan.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79652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3485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70848" y="2103120"/>
            <a:ext cx="2523744" cy="2194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Text 26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27201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câu trả lời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7201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câu hỏi → Gemini (xoay vòng key) trả lời.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credit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86384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trừ mỗi câu trả lời thành công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98264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Shape 34"/>
          <p:cNvSpPr/>
          <p:nvPr/>
        </p:nvSpPr>
        <p:spPr>
          <a:xfrm>
            <a:off x="4334256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53712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nguồn trích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553712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đính kèm đoạn text làm bằng chứng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65592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1536-dim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8321040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embedding trong pgvector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MÔ HÌNH ML &amp; ĐÁNH GIÁ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huấn luyện vượt ngưỡng đặt 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806440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8064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568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· Phát hiện bong bóng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2677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Manga109-s · test 956 ảnh / 14.130 box · ngưỡng 85%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04088" y="2606040"/>
          <a:ext cx="5532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22008" y="1874520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7"/>
          <p:cNvSpPr/>
          <p:nvPr/>
        </p:nvSpPr>
        <p:spPr>
          <a:xfrm>
            <a:off x="6858000" y="1810512"/>
            <a:ext cx="4736592" cy="19751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0" y="1810512"/>
            <a:ext cx="146304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9"/>
          <p:cNvSpPr/>
          <p:nvPr/>
        </p:nvSpPr>
        <p:spPr>
          <a:xfrm>
            <a:off x="7168896" y="19568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 (fine-tuned)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68896" y="2322576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tiếng Nhật · test 14.130 mẫu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68896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68896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52688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93.9%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552688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Char-Acc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936480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67.5%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936480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22008" y="3995928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3931920"/>
            <a:ext cx="4736592" cy="19751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0" y="3931920"/>
            <a:ext cx="146304" cy="19751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/>
          <p:nvPr/>
        </p:nvSpPr>
        <p:spPr>
          <a:xfrm>
            <a:off x="7168896" y="407822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68896" y="4443984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· human-in-the-loop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168896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168896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hài lòng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52688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gemini-2.5-flash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552688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936480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1536-dim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936480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CÔNG NGHỆ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Ngăn xếp công nghệ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Framer Motion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offline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3392424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2424" y="1810512"/>
            <a:ext cx="2551176" cy="65836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3.11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/ Gunicorn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SlowAPI rate-limit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OpenTelemetry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81928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810512"/>
            <a:ext cx="2551176" cy="65836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manga-ocr (fine-tuned)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 inpaint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07424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9043416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43416" y="1810512"/>
            <a:ext cx="2551176" cy="65836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2" name="Text 20"/>
          <p:cNvSpPr/>
          <p:nvPr/>
        </p:nvSpPr>
        <p:spPr>
          <a:xfrm>
            <a:off x="9226296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&amp; Hạ tầng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2872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· pg_trgm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Render · HF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TÍNH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Ngoài lõi dịch — một hệ sinh thái đầy đủ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nâng cao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chế độ đọc, phím tắt, vuốt mobile, từ điển bong bóng, cảnh báo độ tin cậy thấp.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5112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QC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 (approve/reject), tìm–thay thế hàng loạt, phản hồi 👍/👎.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12352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 viện &amp; chia sẻ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 công khai, đọc ẩn danh, chia sẻ link TTL + OG image.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8988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đàn (mention, đính kèm, vote), bình luận chương, hồ sơ /u/{username}.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5112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 (Wibu)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Bookmark, rating, reading list, mục tiêu, XP/level, thành tựu + thông báo.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12352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thanh toán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Stripe checkout/webhook; điểm danh streak.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&amp; Upload → Dịch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(Trang chủ)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+ nền anime động + 'Tiếp tục đọc'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Kéo-thả trang manga Nhật, chọn cấu hình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 → kéo-thả 1 trang → pipeline chạy realtime (YOLOv8 → manga-ocr → LaMa → Gemini).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overlay &amp; Studio QC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/reader?page=…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bong bóng, bật/tắt so sánh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/studio (QC)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per-bubble, tìm–thay thế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Reader xem overlay tiếng Việt; bật/tắt bản gốc; mở từ điển bong bóng; hiệu đính trong Studio.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B + Q&amp;A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 · RAG Q&amp;A · Thư viện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 (batch) · /qa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nhiều trang + tiến trình x/N realtime; hỏi–đáp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/library · /admin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viện công khai; bảng điều khiển quản trị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 xử lý tuần tự; hỏi AI về nội dung; xuất bản lên thư viện; xem admin dashboard.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QUY TRÌNH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 rút gọn + Scrum theo sprint 2 tuần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Inception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kế hoạch, weekly 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754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4271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337870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158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6158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158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kiến trúc, UI prototype, test plan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5449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048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7336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7336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test case, defect, báo cáo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80110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6627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02268" y="1810512"/>
            <a:ext cx="2592324" cy="137160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514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18514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8514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khai, demo, nộp bài cuối kỳ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" y="3465576"/>
            <a:ext cx="5212080" cy="2743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401568"/>
            <a:ext cx="5212080" cy="274320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SCRUM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9536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làm gì từ tuần trước?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 gặp vướng mắc gì?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tới sẽ hoàn thành gì?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5486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= 2 tuần · PR review trước khi merge · CI xanh mới nộp.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053328" y="3465576"/>
            <a:ext cx="5605272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9320" y="3401568"/>
            <a:ext cx="560527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3611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TRÒ NHÓM (chính + backup)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4014216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Text 34"/>
          <p:cNvSpPr/>
          <p:nvPr/>
        </p:nvSpPr>
        <p:spPr>
          <a:xfrm>
            <a:off x="6419088" y="39776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 / PM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397764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hoạch, phân công, weekly report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4434840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9" name="Text 37"/>
          <p:cNvSpPr/>
          <p:nvPr/>
        </p:nvSpPr>
        <p:spPr>
          <a:xfrm>
            <a:off x="6419088" y="43982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398264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&amp; rà soát yêu cầu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17920" y="4855464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2" name="Text 40"/>
          <p:cNvSpPr/>
          <p:nvPr/>
        </p:nvSpPr>
        <p:spPr>
          <a:xfrm>
            <a:off x="6419088" y="4818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1888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trúc, UI, tài liệu SAD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5276088"/>
            <a:ext cx="109728" cy="2743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5" name="Text 43"/>
          <p:cNvSpPr/>
          <p:nvPr/>
        </p:nvSpPr>
        <p:spPr>
          <a:xfrm>
            <a:off x="6419088" y="52395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Implementer ×3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23951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unit test, review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17920" y="5696712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8" name="Text 46"/>
          <p:cNvSpPr/>
          <p:nvPr/>
        </p:nvSpPr>
        <p:spPr>
          <a:xfrm>
            <a:off x="6419088" y="56601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686800" y="5660136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plan, test case, system test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KIỂM THỬ &amp; 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 được kiểm thử &amp; tự động hoá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5681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kiểm thử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468880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35608" y="24323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Component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35608" y="2761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React Testing Library (frontend)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41248" y="331012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35608" y="32735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35608" y="3602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respx (mock Supabase/Gemini)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4151376"/>
            <a:ext cx="457200" cy="45720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35608" y="41148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35608" y="4443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Playwright: auth, home, protected, mobile, forum, edge-cases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" y="4992624"/>
            <a:ext cx="457200" cy="4572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4992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35608" y="49560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Tĩnh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35608" y="52852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 --noEmit · ESLint · Python type hints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76288" y="1874520"/>
            <a:ext cx="4782312" cy="41605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4" name="Shape 22"/>
          <p:cNvSpPr/>
          <p:nvPr/>
        </p:nvSpPr>
        <p:spPr>
          <a:xfrm>
            <a:off x="6812280" y="1810512"/>
            <a:ext cx="4782312" cy="416052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· 5 JOB SONG SONG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040880" y="2423160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78040" y="2423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89520" y="242316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(tsc)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222992" y="242316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40880" y="3081528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308152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589520" y="308152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(ESLint)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222992" y="3081528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739896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73989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89520" y="373989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build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22992" y="373989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4398264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8040" y="43982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589520" y="439826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22992" y="439826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5056632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78040" y="505663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589520" y="50566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pytest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222992" y="505663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04088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PR phải review + CI xanh trước khi merge vào main.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BẢO MẬT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thủ nhiều lớp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08176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(không lộ token cho JS); auto-refresh; Google OAuth.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940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ở API + RLS trên mọi bảng dữ liệu người dùng.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3064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lạm dụng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(SlowAPI) theo endpoint; captcha Turnstile ở đăng ký / quên MK.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08176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CSP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 trên mọi response, kể cả /docs.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6940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tra upload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verify() chống giả mạo MIME; chỉ nhận JPEG/PNG/WebP thật.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3064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SSRF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chỉ nhận domain trong allowlist khi nhập từ nguồn ngoài.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TRIỂN KHAI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nền tảng, tự động deploy từ 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0350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khi push main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56432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392424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2424" y="1810512"/>
            <a:ext cx="2551176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557016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75304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75304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· Docker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75304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· free tier 512MB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81928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810512"/>
            <a:ext cx="2551176" cy="6035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· ~4GB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Docker thủ công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07424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43416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3416" y="1810512"/>
            <a:ext cx="2551176" cy="60350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9208008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+ Storage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226296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us-east-1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26296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pgvector + Auth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hành:  </a:t>
            </a:r>
            <a:pPr indent="0" marL="0">
              <a:buNone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ping chống ngủ (Render/HF) · health check /health &amp; /health/deep · Sentry + OpenTelemetry giám sát · Supabase PITR backup 7 ngày.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NHÌN THẲNG VÀO HẠN CHẾ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&amp; lỗi đã biết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2024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&amp; HF Spaces ngủ sau khi rảnh → lần đầu chậm 15–60s (đã có keep-alive).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" y="297180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90779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01752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Gemini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332841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giới hạn RPD → xoay vòng key + throttle + cache; cao điểm vẫn có thể bị giới hạn.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" y="406908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400507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11480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chữ hiệu ứng (SFX)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6384" y="442569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viết tay / hiệu ứng độ chính xác giảm; bong bóng SFX có thể bị bỏ qua.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" y="516636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510235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521208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 cục chữ Việt dài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6384" y="552297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 bóng nhỏ phải thu nhỏ cỡ chữ hoặc cắt bớt (có tooltip đầy đủ).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76288" y="1874520"/>
            <a:ext cx="4782312" cy="440740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12280" y="1810512"/>
            <a:ext cx="4782312" cy="440740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LỖI ĐÃ BIẾT (đang xử lý)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4325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phiên hết hạn giữa chừng → đôi khi cần tải lại trang (đang hoàn thiện auto-refresh).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mất gói khi mạng chập chờn → fallback polling, tiến trình có thể 'nhảy' %.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 ảnh có thể hết hạn với phiên đọc rất dài → đã thêm retry tải ảnh.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bị mobile cũ: nền anime động có thể tụt FPS (tắt được trong cài đặt).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HƯỚNG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tiếp theo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53312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&amp; dịch tốt hơn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thêm cho SFX/chữ viết tay; hỗ trợ thêm cặp ngôn ngữ (Hàn, Anh).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7616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114544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Sắp xếp bong bóng RTL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84192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thứ tự đọc phải-sang-trái cho bố cục phức tạp.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8848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875776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Nâng độ sẵn sàng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45424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tier trả phí giảm cold start; hàng đợi tác vụ chuyên dụng.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353312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 nhân hoá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22960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truyện theo lịch sử đọc; cải thiện RAG đa-trang / cả series.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7616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114544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duyệt &amp; bản quyền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84192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cụ chống vi phạm bản quyền, quy trình DMCA rõ ràng.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0884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875776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di động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45424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PWA thành app; đọc offline mượt hơn.</a:t>
            </a:r>
            <a:endParaRPr lang="en-US" sz="123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868680"/>
            <a:ext cx="10844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sản phẩm AI hoàn chỉnh, chạy thật.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3816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86968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vụ triển khai độc lập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93592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3529584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66744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95.3%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666744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mAP@0.5 phát hiện bong bóng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73368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46520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OCR tiếng Nhật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53144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9089136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226296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yêu cầu chức năng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" y="3813048"/>
            <a:ext cx="10844784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49040"/>
            <a:ext cx="10844784" cy="228600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3950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ĐẠT ĐƯỢC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24128" y="4315968"/>
            <a:ext cx="10204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AI end-to-end: phát hiện → OCR → xoá nền → dịch ngữ cảnh → RAG Q&amp;A.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production: microservice, WebSocket, bảo mật nhiều lớp, CI 5 job, giám sát.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quy trình CNPM: RUP rút gọn + Scrum, tài liệu SAD/SRS/SDP đồng bộ code thật.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120640"/>
            <a:ext cx="822960" cy="8229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5440680"/>
            <a:ext cx="822960" cy="8229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463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THẦY &amp; CÁC BẠN ĐÃ LẮNG NGHE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2688" y="18288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&amp; Thảo luận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1024128" y="3063240"/>
            <a:ext cx="548640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246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480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huynhtrungkiet09032005-ai-storylen.hf.space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5029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demo.pa3@storylens.app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5577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CSC10011 · GVHD: GS.TS Nguyễn Văn Vũ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HCMUS · CSC10011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StoryLens — Báo cáo cuối kỳ</dc:title>
  <dc:subject>PptxGenJS Presentation</dc:subject>
  <dc:creator>Nhóm 1 – StoryLens</dc:creator>
  <cp:lastModifiedBy>Nhóm 1 – StoryLens</cp:lastModifiedBy>
  <cp:revision>1</cp:revision>
  <dcterms:created xsi:type="dcterms:W3CDTF">2026-07-05T10:53:57Z</dcterms:created>
  <dcterms:modified xsi:type="dcterms:W3CDTF">2026-07-05T10:53:57Z</dcterms:modified>
</cp:coreProperties>
</file>